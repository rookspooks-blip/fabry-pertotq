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Мы сделали интерактивную модель интерферометра Фабри — Перо и на её основе виртуальную лабораторную работу. Мы — Егор, Артём и Илья, группы ИБМ5-31Б и ИБМ2-32Б, проект СЭЛФ. Кольца на слайде — это не фотография, а картинка из нашей программы.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Рассказывать мы будем со стороны природы света. Свет — волна: если сложить две волны так, что гребень попадает на впадину, получится темнота. В интерферометре свет многократно отражается между двумя зеркалами, и на экране видны светлые и тёмные кольца. По расстоянию между кольцами можно найти длину световой волны. Но настоящий прибор дорог, поэтому мы сделали его модель.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Выведем формулу Эйри. Свет входит между двумя зеркалами и многократно отражается. Каждое отражение умножает амплитуду на корень из R, а соседние лучи отличаются по фазе на дельту: четыре пи n d косинус тэта на лямбда. Складываем бесконечную серию лучей — это геометрическая прогрессия, её сумма равна t квадрат делить на единица минус R на e в степени i дельта. Берём квадрат модуля и получаем формулу Эйри: пропускание T равно T-макс делить на единица плюс F синус квадрат дельта пополам, где F равно четыре R делить на единица минус R в квадрате. Максимум там, где дельта равна два пи m. Справа график: узкие острые пики.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 формулы Эйри получаются все характеристики прибора. Расстояние между соседними пиками — область свободной дисперсии — равна лямбда квадрат делить на два n d. Для He-Ne лазера с зазором пять миллиметров это 40 пикометров. Ширина пика — около 1,3 пикометра. Отношение этих величин — резкость — примерно пи корень из R делить на единица минус R, это около 30. И разрешающая способность лямбда делить на ширину пика — около 470 тысяч. Две спектральные линии считаются различимыми, если яркость посередине между ними не больше 0,81 от максимума. Это тот же провал, что у критерия Рэлея для дифракционной решётки, и для пиков Эйри он получается при разности длин волн чуть больше ширины пика, около 1,03 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Свет идёт под разными углами, и линза собирает его в кольца. Условие светлого кольца — два n d косинус тэта равно m лямбда. Отсюда радиусы колец: r квадрат равно f квадрат n лямбда делить на d, умноженное на k минус единица плюс эпсилон, где эпсилон — дробная часть порядка в центре. Поэтому квадрат радиуса растёт линейно с номером кольца, а площади между соседними кольцами одинаковы — каждая равна пи f квадрат n лямбда делить на d. Наклон прямой зависимости r квадрат от k даёт длину волны. На картинках справа видно, как меняются кольца при отражении зеркал 0,5, 0,9 и 0,98: чем ближе R к единице, тем тоньше светлые кольца.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разобрали допущения модели. Свет считаем монохроматическим, зеркала плоскими и параллельными. Малые углы: на краю экрана закон «квадрат радиуса пропорционален номеру кольца» нарушается всего на 0,2 процента. Поглощение зеркал снижает высоту пиков. Если экран стоит не в фокусе линзы, кольца размываются: при сдвиге на миллиметр кружок размытия 25 микрометров. Отдельный вопрос — что такое светлое пятно в центре: интерференция или дифракция. Это интерференция: разность хода между лучами близка к целому числу длин волн. Пятно Пуассона — дифракция на диске. Общее у них — сложение когерентных волн с учётом фаз.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этой физике мы построили лабораторную работу: длину волны можно найти тремя независимыми способами. Первый — по расстоянию между пиками: Дельта лямбда равно лямбда квадрат делить на два n d, поэтому график зависимости от единицы на d — прямая, наклон которой даёт лямбду. Второй — по радиусам колец: квадрат радиуса пропорционален номеру кольца. Третий — по сдвигу зеркала: каждые полдлины волны в центре появляется новое кольцо. Прямую проводим методом наименьших квадратов, погрешность оцениваем по коэффициенту Стьюдента. Пример: скрытая длина волны 454,6 нанометра, студент получил 456,7 плюс-минус 2,3, то есть ошибка около полупроцента. Справа — окно виртуальной лабораторной, в ней 7 заданий и 30 вариантов со скрытыми величинами.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мы проверяли модель. Прямое сложение 800 отражённых лучей совпадает с формулой Эйри. Расчёты программы расходятся с точными формулами меньше чем на 0,1 процента, это проверяют 30 автоматических тестов. Модель реализована на Python и работает на Windows, macOS и Linux. Над проектом работали Артём, Егор и Илья. Дальше мы хотим проверить лабораторную на группе студентов и добавить интерферометры Майкельсона и Юнга. Спасибо за внимание.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fabry-pertotq/da6804cf-1b2d-5442-843e-f7000ad32be1/scratchpad/deck/rings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8580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8229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Интерферометр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Фабри — Перо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42316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C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многолучевой интерференции света и виртуальная лабораторная работа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СЭЛФ · МГТУ им. Н. Э. Баумана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Сидоренко Е. К. (ИБМ5-31Б) · Кузнецов А. В. · Кадников И. В. (ИБМ2-32Б)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это нужно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22C7B0"/>
          </a:solidFill>
          <a:ln w="12700">
            <a:solidFill>
              <a:srgbClr val="22C7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Свет — волна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световые волны могут погасить друг друга. Так возникают светлые и тёмные кольца: только волны так себя ведут.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63040"/>
            <a:ext cx="548640" cy="548640"/>
          </a:xfrm>
          <a:prstGeom prst="ellipse">
            <a:avLst/>
          </a:prstGeom>
          <a:solidFill>
            <a:srgbClr val="22C7B0"/>
          </a:solidFill>
          <a:ln w="12700">
            <a:solidFill>
              <a:srgbClr val="22C7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Кольца меряют длину волны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880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расстоянию между кольцами находят длину световой волны с точностью до долей процента.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63040"/>
            <a:ext cx="548640" cy="548640"/>
          </a:xfrm>
          <a:prstGeom prst="ellipse">
            <a:avLst/>
          </a:prstGeom>
          <a:solidFill>
            <a:srgbClr val="22C7B0"/>
          </a:solidFill>
          <a:ln w="12700">
            <a:solidFill>
              <a:srgbClr val="22C7B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 прибор дорог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880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Настоящий интерферометр — сложная установка, в учебной лаборатории её мало. Поэтому мы сделали модель.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Интерферометр Фабри — Перо · проект СЭЛФ, МГТУ им. Н. Э. Баумана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 формулы Эйри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22C7B0"/>
          </a:solidFill>
          <a:ln w="12700">
            <a:solidFill>
              <a:srgbClr val="22C7B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Лучи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898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отражение умножает амплитуду на r = √R, а соседние лучи сдвинуты по фазе на δ = 4πnd·cosθ/λ.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22C7B0"/>
          </a:solidFill>
          <a:ln w="12700">
            <a:solidFill>
              <a:srgbClr val="22C7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Сумма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3957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Бесконечная геометрическая прогрессия: E = t²·Σ(r²e^{iδ})^k = t² / (1 − R·e^{iδ}).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22C7B0"/>
          </a:solidFill>
          <a:ln w="12700">
            <a:solidFill>
              <a:srgbClr val="22C7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Интенсивность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015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|E|² даёт формулу Эйри; F = 4R/(1 − R)² — коэффициент резкости.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Tmax / (1 + F·sin²(δ/2))</a:t>
            </a:r>
            <a:endParaRPr lang="en-US" sz="2200" dirty="0"/>
          </a:p>
        </p:txBody>
      </p:sp>
      <p:pic>
        <p:nvPicPr>
          <p:cNvPr id="16" name="Image 0" descr="/tmp/claude-0/-home-user-fabry-pertotq/da6804cf-1b2d-5442-843e-f7000ad32be1/scratchpad/deck/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737360"/>
            <a:ext cx="3931920" cy="179222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754880" y="3611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Максимумы — при δ = 2πm, то есть 2nd·cosθ = mλ. He-Ne лазер 632,8 нм, зазор 5 мм, R = 0,9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Интерферометр Фабри — Перо · проект СЭЛФ, МГТУ им. Н. Э. Баумана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даёт формула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λ² / (2nd)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40,04 пм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671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свободной дисперсии: расстояние между пиками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Δλ / 𝓕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1,344 пм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1671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 пика, 𝓕 — резкость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π√R / (1 − R)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29,8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858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резкость: во сколько раз пик уже расстояния между пиками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28346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/ w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470 000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858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разрешающая способность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He-Ne лазера: 632,8 нм, зазор d = 5 мм, отражение R = 0,9. Две линии считаются различимыми, если провал между ними не больше 0,81 максимума: δλmin ≈ 1,03·w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Интерферометр Фабри — Перо · проект СЭЛФ, МГТУ им. Н. Э. Баумана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Кольца равного наклона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22C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(f²nλ/d)·(k − 1 + ε)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Площади зон между кольцами равны: S = πf²nλ/d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Радиусы колец растут как √k, кольца сгущаются к краю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— дробная часть порядка в центре (для He-Ne: 0,78)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Наклон прямой r²(k) даёт длину волны λ</a:t>
            </a:r>
            <a:endParaRPr lang="en-US" sz="1400" dirty="0"/>
          </a:p>
        </p:txBody>
      </p:sp>
      <p:pic>
        <p:nvPicPr>
          <p:cNvPr id="6" name="Image 0" descr="/tmp/claude-0/-home-user-fabry-pertotq/da6804cf-1b2d-5442-843e-f7000ad32be1/scratchpad/deck/rings_R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88720"/>
            <a:ext cx="1508760" cy="1508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94960" y="27249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0,5</a:t>
            </a:r>
            <a:endParaRPr lang="en-US" sz="1100" dirty="0"/>
          </a:p>
        </p:txBody>
      </p:sp>
      <p:pic>
        <p:nvPicPr>
          <p:cNvPr id="8" name="Image 1" descr="/tmp/claude-0/-home-user-fabry-pertotq/da6804cf-1b2d-5442-843e-f7000ad32be1/scratchpad/deck/rings_R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188720"/>
            <a:ext cx="1508760" cy="1508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86600" y="27249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0,9</a:t>
            </a:r>
            <a:endParaRPr lang="en-US" sz="1100" dirty="0"/>
          </a:p>
        </p:txBody>
      </p:sp>
      <p:pic>
        <p:nvPicPr>
          <p:cNvPr id="10" name="Image 2" descr="/tmp/claude-0/-home-user-fabry-pertotq/da6804cf-1b2d-5442-843e-f7000ad32be1/scratchpad/deck/rings_R9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017520"/>
            <a:ext cx="1508760" cy="1508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394960" y="45537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0,98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7086600" y="32004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ближе R к 1, тем тоньше кольца и темнее промежутки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Интерферометр Фабри — Перо · проект СЭЛФ, МГТУ им. Н. Э. Баумана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Допущения модели и пятно в центре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Допущения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 монохроматический, зеркала плоские и параллельные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Малые углы: ошибка закона r² ∝ k на краю экрана 0,2 %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Поглощение A одинаково у обоих зеркал: Tmax = (1 − R − A)²/(1 − R)²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вне фокуса размывает кольца: кружок радиусом 25 мкм при сдвиге 1 мм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09728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74920" y="1234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Пятно в центре: интерференция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74920" y="196596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место, где разность хода близка к целому числу длин волн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Пятно Пуассона — дифракция на диске; у нас — сложение лучей между зеркалами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Общее: складываются когерентные волны с учётом фаз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Интерферометр Фабри — Перо · проект СЭЛФ, МГТУ им. Н. Э. Баумана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способа измерить длину волны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16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расстоянию между пиками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Δλ = λ²/(2nd): по прямой Δλ(1/d) наклон b = λ²/(2n)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84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радиусам колец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(f²nλ/d)·k: по наклону прямой находится 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53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сдвигу зеркала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461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λ/2 в центре появляется новое кольцо: наклон b = λ/(2n)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94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проводится методом наименьших квадратов, погрешность — по коэффициенту Стьюдента. Пример: скрытая λ = 454,6 нм, найдено (456,7 ± 2,3) нм — ошибка около 0,5 %</a:t>
            </a:r>
            <a:endParaRPr lang="en-US" sz="1300" dirty="0"/>
          </a:p>
        </p:txBody>
      </p:sp>
      <p:pic>
        <p:nvPicPr>
          <p:cNvPr id="13" name="Image 0" descr="/tmp/claude-0/-home-user-fabry-pertotq/da6804cf-1b2d-5442-843e-f7000ad32be1/scratchpad/deck/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143000"/>
            <a:ext cx="2880360" cy="172821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06440" y="2971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Виртуальная лабораторная: 7 заданий, 30 вариантов со скрытыми λ и 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Интерферометр Фабри — Перо · проект СЭЛФ, МГТУ им. Н. Э. Баумана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Проверка, программа, команда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 лучей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прямое сложение совпадает с формулой Эйри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143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280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0,1 %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модели и точных формул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80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тестов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74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проверяют расчёты автоматически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реализована на Python и работает на Windows, macOS и Linux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Артём Кузнецов · Егор Сидоренко · Илья Кадников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проверить работу на группе студентов; добавить интерферометры Майкельсона и Юнга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Интерферометр Фабри — Перо · проект СЭЛФ, МГТУ им. Н. Э. Баумана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Интерферометр Фабри — Перо</dc:title>
  <dc:subject>PptxGenJS Presentation</dc:subject>
  <dc:creator>Сидоренко Е. К., Кузнецов А. В., Кадников И. В.</dc:creator>
  <cp:lastModifiedBy>Сидоренко Е. К., Кузнецов А. В., Кадников И. В.</cp:lastModifiedBy>
  <cp:revision>1</cp:revision>
  <dcterms:created xsi:type="dcterms:W3CDTF">2026-10-16T20:27:17Z</dcterms:created>
  <dcterms:modified xsi:type="dcterms:W3CDTF">2026-10-16T20:27:17Z</dcterms:modified>
</cp:coreProperties>
</file>